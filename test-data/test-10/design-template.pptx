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6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4756150" y="2748803"/>
            <a:ext cx="7239000" cy="2130015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2455D6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016000"/>
            <a:ext cx="581025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PRESENTATION TITLE</a:t>
            </a:r>
            <a:endParaRPr sz="36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964055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650" b="0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Subtitle or project description</a:t>
            </a:r>
            <a:endParaRPr sz="1650" b="0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261048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Department  |  Presenter  |  DD Month YYYY</a:t>
            </a:r>
            <a:endParaRPr sz="1200" b="0">
              <a:solidFill>
                <a:srgbClr val="667085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363220"/>
            <a:ext cx="1654810" cy="487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11239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85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CONTENTS</a:t>
            </a:r>
            <a:endParaRPr sz="285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20955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1875" b="1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600200" y="20955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Topic overview</a:t>
            </a:r>
            <a:endParaRPr sz="18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600200" y="2628900"/>
            <a:ext cx="8001000" cy="19050"/>
          </a:xfrm>
          <a:prstGeom prst="rect">
            <a:avLst/>
          </a:prstGeom>
          <a:solidFill>
            <a:srgbClr val="D8DFEA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9718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rPr>
              <a:t>02</a:t>
            </a:r>
            <a:endParaRPr sz="1875" b="1">
              <a:solidFill>
                <a:srgbClr val="D9434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00200" y="29718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Core content</a:t>
            </a:r>
            <a:endParaRPr sz="18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600200" y="3505200"/>
            <a:ext cx="8001000" cy="19050"/>
          </a:xfrm>
          <a:prstGeom prst="rect">
            <a:avLst/>
          </a:prstGeom>
          <a:solidFill>
            <a:srgbClr val="D8DFEA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8481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1875" b="1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00200" y="38481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Data and analysis</a:t>
            </a:r>
            <a:endParaRPr sz="18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00200" y="4381500"/>
            <a:ext cx="8001000" cy="19050"/>
          </a:xfrm>
          <a:prstGeom prst="rect">
            <a:avLst/>
          </a:prstGeom>
          <a:solidFill>
            <a:srgbClr val="D8DFEA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7244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rPr>
              <a:t>04</a:t>
            </a:r>
            <a:endParaRPr sz="1875" b="1">
              <a:solidFill>
                <a:srgbClr val="D9434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00200" y="472440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Next steps</a:t>
            </a:r>
            <a:endParaRPr sz="18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00200" y="5257800"/>
            <a:ext cx="8001000" cy="19050"/>
          </a:xfrm>
          <a:prstGeom prst="rect">
            <a:avLst/>
          </a:prstGeom>
          <a:solidFill>
            <a:srgbClr val="D8DFEA"/>
          </a:solidFill>
          <a:ln w="0">
            <a:noFill/>
          </a:ln>
        </p:spPr>
      </p:sp>
      <p:pic>
        <p:nvPicPr>
          <p:cNvPr id="29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6" y="6229350"/>
            <a:ext cx="1359597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81050" y="1238250"/>
            <a:ext cx="12382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3900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rPr>
              <a:t>01</a:t>
            </a:r>
            <a:endParaRPr sz="3900" b="1">
              <a:solidFill>
                <a:srgbClr val="D9434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2095500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SECTION TITLE</a:t>
            </a:r>
            <a:endParaRPr sz="3600" b="1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314325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500" b="0">
                <a:solidFill>
                  <a:srgbClr val="C9D5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C9D5F2"/>
                </a:solidFill>
                <a:latin typeface="Bitstream Charter"/>
                <a:ea typeface="Bitstream Charter"/>
                <a:cs typeface="Bitstream Charter"/>
              </a:rPr>
              <a:t>Briefly describe the purpose of this section</a:t>
            </a:r>
            <a:endParaRPr sz="1500" b="0">
              <a:solidFill>
                <a:srgbClr val="C9D5F2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6" y="6229350"/>
            <a:ext cx="1359597" cy="4000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1049000" y="62484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0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03</a:t>
            </a:r>
            <a:endParaRPr sz="105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257300"/>
            <a:ext cx="66675" cy="4381500"/>
          </a:xfrm>
          <a:prstGeom prst="rect">
            <a:avLst/>
          </a:prstGeom>
          <a:solidFill>
            <a:srgbClr val="2455D6"/>
          </a:solidFill>
          <a:ln w="0"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85800" y="5143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7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PAGE TITLE</a:t>
            </a:r>
            <a:endParaRPr sz="27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" y="1409700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Key point</a:t>
            </a:r>
            <a:endParaRPr sz="1875" b="1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1981200"/>
            <a:ext cx="4476750" cy="2857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Add the main content here. Keep each page focused on one subject and leave generous whitespace.</a:t>
            </a:r>
            <a:endParaRPr sz="1500" b="0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  <a:p>
            <a:endParaRPr sz="1500"/>
          </a:p>
          <a:p>
            <a:pPr>
              <a:buNone/>
              <a:def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• First point</a:t>
            </a:r>
            <a:endParaRPr sz="1500" b="0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buNone/>
              <a:def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• Second point</a:t>
            </a:r>
            <a:endParaRPr sz="1500" b="0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buNone/>
              <a:def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• Third point</a:t>
            </a:r>
            <a:endParaRPr sz="1500" b="0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6" y="6229350"/>
            <a:ext cx="1359597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85800" y="5143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7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DATA AND ANALYSIS</a:t>
            </a:r>
            <a:endParaRPr sz="2700" b="1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15049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Key metrics</a:t>
            </a:r>
            <a:endParaRPr sz="1650" b="1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81050" y="2095500"/>
            <a:ext cx="2857500" cy="1524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23241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700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2455D6"/>
                </a:solidFill>
                <a:latin typeface="Bitstream Charter"/>
                <a:ea typeface="Bitstream Charter"/>
                <a:cs typeface="Bitstream Charter"/>
              </a:rPr>
              <a:t>00%</a:t>
            </a:r>
            <a:endParaRPr sz="2700" b="1">
              <a:solidFill>
                <a:srgbClr val="2455D6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9650" y="29718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Metric name</a:t>
            </a:r>
            <a:endParaRPr sz="1200" b="0">
              <a:solidFill>
                <a:srgbClr val="66708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210050" y="2095500"/>
            <a:ext cx="2857500" cy="1524000"/>
          </a:xfrm>
          <a:prstGeom prst="roundRect">
            <a:avLst>
              <a:gd name="adj" fmla="val 11250"/>
            </a:avLst>
          </a:prstGeom>
          <a:solidFill>
            <a:srgbClr val="15213E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438650" y="23241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000</a:t>
            </a:r>
            <a:endParaRPr sz="2700" b="1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38650" y="29718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200" b="0">
                <a:solidFill>
                  <a:srgbClr val="C9D5F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C9D5F2"/>
                </a:solidFill>
                <a:latin typeface="Bitstream Charter"/>
                <a:ea typeface="Bitstream Charter"/>
                <a:cs typeface="Bitstream Charter"/>
              </a:rPr>
              <a:t>Metric name</a:t>
            </a:r>
            <a:endParaRPr sz="1200" b="0">
              <a:solidFill>
                <a:srgbClr val="C9D5F2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39050" y="2095500"/>
            <a:ext cx="2857500" cy="1524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67650" y="23241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2700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D9434B"/>
                </a:solidFill>
                <a:latin typeface="Bitstream Charter"/>
                <a:ea typeface="Bitstream Charter"/>
                <a:cs typeface="Bitstream Charter"/>
              </a:rPr>
              <a:t>00%</a:t>
            </a:r>
            <a:endParaRPr sz="2700" b="1">
              <a:solidFill>
                <a:srgbClr val="D9434B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67650" y="29718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Metric name</a:t>
            </a:r>
            <a:endParaRPr sz="1200" b="0">
              <a:solidFill>
                <a:srgbClr val="667085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171950"/>
            <a:ext cx="97155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425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5213E"/>
                </a:solidFill>
                <a:latin typeface="Bitstream Charter"/>
                <a:ea typeface="Bitstream Charter"/>
                <a:cs typeface="Bitstream Charter"/>
              </a:rPr>
              <a:t>Add charts, metric explanations or data sources here. Use technology blue for the main series and coral red for emphasis.</a:t>
            </a:r>
            <a:endParaRPr sz="1425" b="0">
              <a:solidFill>
                <a:srgbClr val="15213E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29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6" y="6229350"/>
            <a:ext cx="1359597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56" y="647700"/>
            <a:ext cx="2330738" cy="6858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3479165" y="2564765"/>
            <a:ext cx="520573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buNone/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0" b="1">
                <a:solidFill>
                  <a:schemeClr val="tx1">
                    <a:lumMod val="50000"/>
                    <a:lumOff val="50000"/>
                  </a:schemeClr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  <a:endParaRPr sz="6000" b="1">
              <a:solidFill>
                <a:schemeClr val="tx1">
                  <a:lumMod val="50000"/>
                  <a:lumOff val="50000"/>
                </a:schemeClr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298950" y="3422015"/>
            <a:ext cx="3933825" cy="144081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500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Bitstream Charter"/>
                <a:ea typeface="Bitstream Charter"/>
                <a:cs typeface="Bitstream Charter"/>
              </a:rPr>
              <a:t>www.aicuber.co</a:t>
            </a:r>
            <a:endParaRPr sz="3600" b="0"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Bitstream Charter"/>
              <a:ea typeface="Bitstream Charter"/>
              <a:cs typeface="Bitstream Charter"/>
            </a:endParaRPr>
          </a:p>
          <a:p>
            <a:pPr>
              <a:buNone/>
              <a:defRPr sz="1500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0"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Bitstream Charter"/>
                <a:ea typeface="Bitstream Charter"/>
                <a:cs typeface="Bitstream Charter"/>
              </a:rPr>
              <a:t>info@aicuber.co</a:t>
            </a:r>
            <a:endParaRPr sz="3600" b="0"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56578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>
              <a:buNone/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AI CUBER</a:t>
            </a:r>
            <a:endParaRPr sz="1125" b="1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WPS 文字</Application>
  <PresentationFormat>Converted Presentation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Bitstream Charter</vt:lpstr>
      <vt:lpstr>Thonburi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Bitstream Charter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WPS_1754659214</cp:lastModifiedBy>
  <cp:revision>1</cp:revision>
  <dcterms:created xsi:type="dcterms:W3CDTF">2026-09-22T06:32:42Z</dcterms:created>
  <dcterms:modified xsi:type="dcterms:W3CDTF">2026-09-22T06:32:42Z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DC2C9446F36CE4FE0A21B26AE4B1B518_42</vt:lpwstr>
  </property>
  <property fmtid="{D5CDD505-2E9C-101B-9397-08002B2CF9AE}" pid="3" name="KSOProductBuildVer">
    <vt:lpwstr>2052-12.1.24031.24031</vt:lpwstr>
  </property>
</Properties>
</file>