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c631cfbff1494a" /><Relationship Type="http://schemas.openxmlformats.org/officeDocument/2006/relationships/extended-properties" Target="/docProps/app.xml" Id="Rdec6170a0f1b48d5" /><Relationship Type="http://schemas.openxmlformats.org/officeDocument/2006/relationships/officeDocument" Target="/ppt/presentation.xml" Id="Rf2c99d0273194e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4c46fb76ed4f7b"/>
  </p:sldMasterIdLst>
  <p:notesMasterIdLst>
    <p:notesMasterId xmlns:r="http://schemas.openxmlformats.org/officeDocument/2006/relationships" r:id="Rde9c8b55c34d49b6"/>
  </p:notesMasterIdLst>
  <p:sldIdLst>
    <p:sldId xmlns:r="http://schemas.openxmlformats.org/officeDocument/2006/relationships" id="256" r:id="R237e9c3f1dd2411d"/>
    <p:sldId xmlns:r="http://schemas.openxmlformats.org/officeDocument/2006/relationships" id="257" r:id="R2c2d827a8b7740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c2018a66954381" /><Relationship Type="http://schemas.openxmlformats.org/officeDocument/2006/relationships/slideMaster" Target="/ppt/slideMasters/slideMaster1.xml" Id="R0c4c46fb76ed4f7b" /><Relationship Type="http://schemas.openxmlformats.org/officeDocument/2006/relationships/notesMaster" Target="/ppt/notesMasters/notesMaster1.xml" Id="Rde9c8b55c34d49b6" /><Relationship Type="http://schemas.openxmlformats.org/officeDocument/2006/relationships/presProps" Target="/ppt/presProps.xml" Id="R66ff03fb8b054785" /><Relationship Type="http://schemas.openxmlformats.org/officeDocument/2006/relationships/tableStyles" Target="/ppt/tableStyles.xml" Id="R1e5242a40e5d48f7" /><Relationship Type="http://schemas.openxmlformats.org/officeDocument/2006/relationships/slide" Target="/ppt/slides/slide1.xml" Id="R237e9c3f1dd2411d" /><Relationship Type="http://schemas.openxmlformats.org/officeDocument/2006/relationships/slide" Target="/ppt/slides/slide2.xml" Id="R2c2d827a8b7740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961270196f42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8982473de94a77" /><Relationship Type="http://schemas.openxmlformats.org/officeDocument/2006/relationships/notesMaster" Target="/ppt/notesMasters/notesMaster1.xml" Id="R9b3cc570419a49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bbf27312584c85" /><Relationship Type="http://schemas.openxmlformats.org/officeDocument/2006/relationships/notesMaster" Target="/ppt/notesMasters/notesMaster1.xml" Id="R72448b4f24f349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be056889c49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8daa1762414b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70167e6c646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8a8b970c449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04820753c42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9ff79c2bf4d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3F882C-D6FE-4930-BA62-0772A772B0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CC72BD-17EA-4C53-BB91-F2963C503D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5854FE-73E6-4A0C-9F46-FBA04EDF3C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35E294-9621-41AB-B50F-6F81EDBEEB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309131E-90E8-4F39-ABC2-88D60E1ECB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46C046-90DA-4C08-BB2D-CD85D710F6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5E6F3B-BBF8-4136-8F61-4FA314B1D2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0B2E3D2-92A3-4C61-9EBB-7629FEB064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090B32-9C5A-4F7B-8C3E-F35F9B1E9B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F533CE-E102-403B-8DBE-90991497B6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61718e4d124bbe" /><Relationship Type="http://schemas.openxmlformats.org/officeDocument/2006/relationships/slideLayout" Target="/ppt/slideLayouts/slideLayout1.xml" Id="R05f8da83e379476f" /><Relationship Type="http://schemas.openxmlformats.org/officeDocument/2006/relationships/slideLayout" Target="/ppt/slideLayouts/slideLayout2.xml" Id="R7baa0cfe81004f95" /><Relationship Type="http://schemas.openxmlformats.org/officeDocument/2006/relationships/slideLayout" Target="/ppt/slideLayouts/slideLayout3.xml" Id="R36c099e6c77f4f03" /><Relationship Type="http://schemas.openxmlformats.org/officeDocument/2006/relationships/slideLayout" Target="/ppt/slideLayouts/slideLayout4.xml" Id="R1ac1c119b454449d" /><Relationship Type="http://schemas.openxmlformats.org/officeDocument/2006/relationships/slideLayout" Target="/ppt/slideLayouts/slideLayout5.xml" Id="Rdb867f2ff4404891" /><Relationship Type="http://schemas.openxmlformats.org/officeDocument/2006/relationships/slideLayout" Target="/ppt/slideLayouts/slideLayout6.xml" Id="R6c926bb02a1843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f8da83e379476f"/>
    <p:sldLayoutId xmlns:r="http://schemas.openxmlformats.org/officeDocument/2006/relationships" id="2147483650" r:id="R7baa0cfe81004f95"/>
    <p:sldLayoutId xmlns:r="http://schemas.openxmlformats.org/officeDocument/2006/relationships" id="2147483651" r:id="R36c099e6c77f4f03"/>
    <p:sldLayoutId xmlns:r="http://schemas.openxmlformats.org/officeDocument/2006/relationships" id="2147483652" r:id="R1ac1c119b454449d"/>
    <p:sldLayoutId xmlns:r="http://schemas.openxmlformats.org/officeDocument/2006/relationships" id="2147483653" r:id="Rdb867f2ff4404891"/>
    <p:sldLayoutId xmlns:r="http://schemas.openxmlformats.org/officeDocument/2006/relationships" id="2147483654" r:id="R6c926bb02a1843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e5033f699a40e8" /><Relationship Type="http://schemas.openxmlformats.org/officeDocument/2006/relationships/notesSlide" Target="/ppt/notesSlides/notesSlide1.xml" Id="R93fd19f415804b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aec286450485a" /><Relationship Type="http://schemas.openxmlformats.org/officeDocument/2006/relationships/notesSlide" Target="/ppt/notesSlides/notesSlide2.xml" Id="R4d6f175ae1d745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4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5E83F-C67D-4B52-92C6-12A91DF9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</a:defRPr>
            </a:defPPr>
            <a:lvl1pPr>
              <a:defRPr sz="3225" b="1">
                <a:solidFill>
                  <a:srgbClr val="FFFFFF"/>
                </a:solidFill>
              </a:defRPr>
            </a:lvl1pPr>
            <a:lvl2pPr>
              <a:defRPr sz="3225" b="1">
                <a:solidFill>
                  <a:srgbClr val="FFFFFF"/>
                </a:solidFill>
              </a:defRPr>
            </a:lvl2pPr>
            <a:lvl3pPr>
              <a:defRPr sz="3225" b="1">
                <a:solidFill>
                  <a:srgbClr val="FFFFFF"/>
                </a:solidFill>
              </a:defRPr>
            </a:lvl3pPr>
            <a:lvl4pPr>
              <a:defRPr sz="3225" b="1">
                <a:solidFill>
                  <a:srgbClr val="FFFFFF"/>
                </a:solidFill>
              </a:defRPr>
            </a:lvl4pPr>
            <a:lvl5pPr>
              <a:defRPr sz="3225" b="1">
                <a:solidFill>
                  <a:srgbClr val="FFFFFF"/>
                </a:solidFill>
              </a:defRPr>
            </a:lvl5pPr>
            <a:lvl6pPr>
              <a:defRPr sz="3225" b="1">
                <a:solidFill>
                  <a:srgbClr val="FFFFFF"/>
                </a:solidFill>
              </a:defRPr>
            </a:lvl6pPr>
            <a:lvl7pPr>
              <a:defRPr sz="3225" b="1">
                <a:solidFill>
                  <a:srgbClr val="FFFFFF"/>
                </a:solidFill>
              </a:defRPr>
            </a:lvl7pPr>
            <a:lvl8pPr>
              <a:defRPr sz="3225" b="1">
                <a:solidFill>
                  <a:srgbClr val="FFFFFF"/>
                </a:solidFill>
              </a:defRPr>
            </a:lvl8pPr>
            <a:lvl9pPr>
              <a:defRPr sz="32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Training registration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2B845-46B5-4F21-8161-9962F677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{{Full Name}}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7AFDF-9ED0-4928-8BAF-42708281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A3DAD6"/>
                </a:solidFill>
              </a:defRPr>
            </a:defPPr>
            <a:lvl1pPr>
              <a:defRPr sz="2100">
                <a:solidFill>
                  <a:srgbClr val="A3DAD6"/>
                </a:solidFill>
              </a:defRPr>
            </a:lvl1pPr>
            <a:lvl2pPr>
              <a:defRPr sz="2100">
                <a:solidFill>
                  <a:srgbClr val="A3DAD6"/>
                </a:solidFill>
              </a:defRPr>
            </a:lvl2pPr>
            <a:lvl3pPr>
              <a:defRPr sz="2100">
                <a:solidFill>
                  <a:srgbClr val="A3DAD6"/>
                </a:solidFill>
              </a:defRPr>
            </a:lvl3pPr>
            <a:lvl4pPr>
              <a:defRPr sz="2100">
                <a:solidFill>
                  <a:srgbClr val="A3DAD6"/>
                </a:solidFill>
              </a:defRPr>
            </a:lvl4pPr>
            <a:lvl5pPr>
              <a:defRPr sz="2100">
                <a:solidFill>
                  <a:srgbClr val="A3DAD6"/>
                </a:solidFill>
              </a:defRPr>
            </a:lvl5pPr>
            <a:lvl6pPr>
              <a:defRPr sz="2100">
                <a:solidFill>
                  <a:srgbClr val="A3DAD6"/>
                </a:solidFill>
              </a:defRPr>
            </a:lvl6pPr>
            <a:lvl7pPr>
              <a:defRPr sz="2100">
                <a:solidFill>
                  <a:srgbClr val="A3DAD6"/>
                </a:solidFill>
              </a:defRPr>
            </a:lvl7pPr>
            <a:lvl8pPr>
              <a:defRPr sz="2100">
                <a:solidFill>
                  <a:srgbClr val="A3DAD6"/>
                </a:solidFill>
              </a:defRPr>
            </a:lvl8pPr>
            <a:lvl9pPr>
              <a:defRPr sz="2100">
                <a:solidFill>
                  <a:srgbClr val="A3DAD6"/>
                </a:solidFill>
              </a:defRPr>
            </a:lvl9pPr>
          </a:lstStyle>
          <a:p xmlns:a="http://schemas.openxmlformats.org/drawingml/2006/main">
            <a:pPr>
              <a:defRPr sz="2100">
                <a:solidFill>
                  <a:srgbClr val="A3DAD6"/>
                </a:solidFill>
              </a:defRPr>
            </a:pPr>
            <a:r>
              <a:rPr sz="2100">
                <a:solidFill>
                  <a:srgbClr val="A3DAD6"/>
                </a:solidFill>
              </a:rPr>
              <a:t>{{Company}}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2A4C0-A917-419E-9C20-71CC8195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D5E2ED"/>
                </a:solidFill>
              </a:defRPr>
            </a:defPPr>
            <a:lvl1pPr>
              <a:defRPr sz="1200">
                <a:solidFill>
                  <a:srgbClr val="D5E2ED"/>
                </a:solidFill>
              </a:defRPr>
            </a:lvl1pPr>
            <a:lvl2pPr>
              <a:defRPr sz="1200">
                <a:solidFill>
                  <a:srgbClr val="D5E2ED"/>
                </a:solidFill>
              </a:defRPr>
            </a:lvl2pPr>
            <a:lvl3pPr>
              <a:defRPr sz="1200">
                <a:solidFill>
                  <a:srgbClr val="D5E2ED"/>
                </a:solidFill>
              </a:defRPr>
            </a:lvl3pPr>
            <a:lvl4pPr>
              <a:defRPr sz="1200">
                <a:solidFill>
                  <a:srgbClr val="D5E2ED"/>
                </a:solidFill>
              </a:defRPr>
            </a:lvl4pPr>
            <a:lvl5pPr>
              <a:defRPr sz="1200">
                <a:solidFill>
                  <a:srgbClr val="D5E2ED"/>
                </a:solidFill>
              </a:defRPr>
            </a:lvl5pPr>
            <a:lvl6pPr>
              <a:defRPr sz="1200">
                <a:solidFill>
                  <a:srgbClr val="D5E2ED"/>
                </a:solidFill>
              </a:defRPr>
            </a:lvl6pPr>
            <a:lvl7pPr>
              <a:defRPr sz="1200">
                <a:solidFill>
                  <a:srgbClr val="D5E2ED"/>
                </a:solidFill>
              </a:defRPr>
            </a:lvl7pPr>
            <a:lvl8pPr>
              <a:defRPr sz="1200">
                <a:solidFill>
                  <a:srgbClr val="D5E2ED"/>
                </a:solidFill>
              </a:defRPr>
            </a:lvl8pPr>
            <a:lvl9pPr>
              <a:defRPr sz="1200">
                <a:solidFill>
                  <a:srgbClr val="D5E2ED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D5E2ED"/>
                </a:solidFill>
              </a:defRPr>
            </a:pPr>
            <a:r>
              <a:rPr sz="1200">
                <a:solidFill>
                  <a:srgbClr val="D5E2ED"/>
                </a:solidFill>
              </a:rPr>
              <a:t>Fictional test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9512636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B8D7B-92FF-4CBF-9B5F-18A947FB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451"/>
                </a:solidFill>
              </a:defRPr>
            </a:defPPr>
            <a:lvl1pPr>
              <a:defRPr sz="3000" b="1">
                <a:solidFill>
                  <a:srgbClr val="183451"/>
                </a:solidFill>
              </a:defRPr>
            </a:lvl1pPr>
            <a:lvl2pPr>
              <a:defRPr sz="3000" b="1">
                <a:solidFill>
                  <a:srgbClr val="183451"/>
                </a:solidFill>
              </a:defRPr>
            </a:lvl2pPr>
            <a:lvl3pPr>
              <a:defRPr sz="3000" b="1">
                <a:solidFill>
                  <a:srgbClr val="183451"/>
                </a:solidFill>
              </a:defRPr>
            </a:lvl3pPr>
            <a:lvl4pPr>
              <a:defRPr sz="3000" b="1">
                <a:solidFill>
                  <a:srgbClr val="183451"/>
                </a:solidFill>
              </a:defRPr>
            </a:lvl4pPr>
            <a:lvl5pPr>
              <a:defRPr sz="3000" b="1">
                <a:solidFill>
                  <a:srgbClr val="183451"/>
                </a:solidFill>
              </a:defRPr>
            </a:lvl5pPr>
            <a:lvl6pPr>
              <a:defRPr sz="3000" b="1">
                <a:solidFill>
                  <a:srgbClr val="183451"/>
                </a:solidFill>
              </a:defRPr>
            </a:lvl6pPr>
            <a:lvl7pPr>
              <a:defRPr sz="3000" b="1">
                <a:solidFill>
                  <a:srgbClr val="183451"/>
                </a:solidFill>
              </a:defRPr>
            </a:lvl7pPr>
            <a:lvl8pPr>
              <a:defRPr sz="3000" b="1">
                <a:solidFill>
                  <a:srgbClr val="183451"/>
                </a:solidFill>
              </a:defRPr>
            </a:lvl8pPr>
            <a:lvl9pPr>
              <a:defRPr sz="3000" b="1">
                <a:solidFill>
                  <a:srgbClr val="183451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451"/>
                </a:solidFill>
              </a:defRPr>
            </a:pPr>
            <a:r>
              <a:rPr sz="3000" b="1">
                <a:solidFill>
                  <a:srgbClr val="183451"/>
                </a:solidFill>
              </a:rPr>
              <a:t>Session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EDBF3-2731-458F-A883-0453A176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30455A"/>
                </a:solidFill>
              </a:defRPr>
            </a:defPPr>
            <a:lvl1pPr>
              <a:defRPr sz="1950">
                <a:solidFill>
                  <a:srgbClr val="30455A"/>
                </a:solidFill>
              </a:defRPr>
            </a:lvl1pPr>
            <a:lvl2pPr>
              <a:defRPr sz="1950">
                <a:solidFill>
                  <a:srgbClr val="30455A"/>
                </a:solidFill>
              </a:defRPr>
            </a:lvl2pPr>
            <a:lvl3pPr>
              <a:defRPr sz="1950">
                <a:solidFill>
                  <a:srgbClr val="30455A"/>
                </a:solidFill>
              </a:defRPr>
            </a:lvl3pPr>
            <a:lvl4pPr>
              <a:defRPr sz="1950">
                <a:solidFill>
                  <a:srgbClr val="30455A"/>
                </a:solidFill>
              </a:defRPr>
            </a:lvl4pPr>
            <a:lvl5pPr>
              <a:defRPr sz="1950">
                <a:solidFill>
                  <a:srgbClr val="30455A"/>
                </a:solidFill>
              </a:defRPr>
            </a:lvl5pPr>
            <a:lvl6pPr>
              <a:defRPr sz="1950">
                <a:solidFill>
                  <a:srgbClr val="30455A"/>
                </a:solidFill>
              </a:defRPr>
            </a:lvl6pPr>
            <a:lvl7pPr>
              <a:defRPr sz="1950">
                <a:solidFill>
                  <a:srgbClr val="30455A"/>
                </a:solidFill>
              </a:defRPr>
            </a:lvl7pPr>
            <a:lvl8pPr>
              <a:defRPr sz="1950">
                <a:solidFill>
                  <a:srgbClr val="30455A"/>
                </a:solidFill>
              </a:defRPr>
            </a:lvl8pPr>
            <a:lvl9pPr>
              <a:defRPr sz="1950">
                <a:solidFill>
                  <a:srgbClr val="30455A"/>
                </a:solidFill>
              </a:defRPr>
            </a:lvl9pPr>
          </a:lstStyle>
          <a:p xmlns:a="http://schemas.openxmlformats.org/drawingml/2006/main">
            <a:pPr>
              <a:defRPr sz="1950">
                <a:solidFill>
                  <a:srgbClr val="30455A"/>
                </a:solidFill>
              </a:defRPr>
            </a:pPr>
            <a:r>
              <a:rPr sz="1950">
                <a:solidFill>
                  <a:srgbClr val="30455A"/>
                </a:solidFill>
              </a:rPr>
              <a:t>Participant: {{Full Name}}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C167E-633E-40F0-98B0-25042AEB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30455A"/>
                </a:solidFill>
              </a:defRPr>
            </a:defPPr>
            <a:lvl1pPr>
              <a:defRPr sz="1950">
                <a:solidFill>
                  <a:srgbClr val="30455A"/>
                </a:solidFill>
              </a:defRPr>
            </a:lvl1pPr>
            <a:lvl2pPr>
              <a:defRPr sz="1950">
                <a:solidFill>
                  <a:srgbClr val="30455A"/>
                </a:solidFill>
              </a:defRPr>
            </a:lvl2pPr>
            <a:lvl3pPr>
              <a:defRPr sz="1950">
                <a:solidFill>
                  <a:srgbClr val="30455A"/>
                </a:solidFill>
              </a:defRPr>
            </a:lvl3pPr>
            <a:lvl4pPr>
              <a:defRPr sz="1950">
                <a:solidFill>
                  <a:srgbClr val="30455A"/>
                </a:solidFill>
              </a:defRPr>
            </a:lvl4pPr>
            <a:lvl5pPr>
              <a:defRPr sz="1950">
                <a:solidFill>
                  <a:srgbClr val="30455A"/>
                </a:solidFill>
              </a:defRPr>
            </a:lvl5pPr>
            <a:lvl6pPr>
              <a:defRPr sz="1950">
                <a:solidFill>
                  <a:srgbClr val="30455A"/>
                </a:solidFill>
              </a:defRPr>
            </a:lvl6pPr>
            <a:lvl7pPr>
              <a:defRPr sz="1950">
                <a:solidFill>
                  <a:srgbClr val="30455A"/>
                </a:solidFill>
              </a:defRPr>
            </a:lvl7pPr>
            <a:lvl8pPr>
              <a:defRPr sz="1950">
                <a:solidFill>
                  <a:srgbClr val="30455A"/>
                </a:solidFill>
              </a:defRPr>
            </a:lvl8pPr>
            <a:lvl9pPr>
              <a:defRPr sz="1950">
                <a:solidFill>
                  <a:srgbClr val="30455A"/>
                </a:solidFill>
              </a:defRPr>
            </a:lvl9pPr>
          </a:lstStyle>
          <a:p xmlns:a="http://schemas.openxmlformats.org/drawingml/2006/main">
            <a:pPr>
              <a:defRPr sz="1950">
                <a:solidFill>
                  <a:srgbClr val="30455A"/>
                </a:solidFill>
              </a:defRPr>
            </a:pPr>
            <a:r>
              <a:rPr sz="1950">
                <a:solidFill>
                  <a:srgbClr val="30455A"/>
                </a:solidFill>
              </a:rPr>
              <a:t>Email: {{Email}}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D3104-EEDB-430F-BE37-58143EB3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30455A"/>
                </a:solidFill>
              </a:defRPr>
            </a:defPPr>
            <a:lvl1pPr>
              <a:defRPr sz="1950">
                <a:solidFill>
                  <a:srgbClr val="30455A"/>
                </a:solidFill>
              </a:defRPr>
            </a:lvl1pPr>
            <a:lvl2pPr>
              <a:defRPr sz="1950">
                <a:solidFill>
                  <a:srgbClr val="30455A"/>
                </a:solidFill>
              </a:defRPr>
            </a:lvl2pPr>
            <a:lvl3pPr>
              <a:defRPr sz="1950">
                <a:solidFill>
                  <a:srgbClr val="30455A"/>
                </a:solidFill>
              </a:defRPr>
            </a:lvl3pPr>
            <a:lvl4pPr>
              <a:defRPr sz="1950">
                <a:solidFill>
                  <a:srgbClr val="30455A"/>
                </a:solidFill>
              </a:defRPr>
            </a:lvl4pPr>
            <a:lvl5pPr>
              <a:defRPr sz="1950">
                <a:solidFill>
                  <a:srgbClr val="30455A"/>
                </a:solidFill>
              </a:defRPr>
            </a:lvl5pPr>
            <a:lvl6pPr>
              <a:defRPr sz="1950">
                <a:solidFill>
                  <a:srgbClr val="30455A"/>
                </a:solidFill>
              </a:defRPr>
            </a:lvl6pPr>
            <a:lvl7pPr>
              <a:defRPr sz="1950">
                <a:solidFill>
                  <a:srgbClr val="30455A"/>
                </a:solidFill>
              </a:defRPr>
            </a:lvl7pPr>
            <a:lvl8pPr>
              <a:defRPr sz="1950">
                <a:solidFill>
                  <a:srgbClr val="30455A"/>
                </a:solidFill>
              </a:defRPr>
            </a:lvl8pPr>
            <a:lvl9pPr>
              <a:defRPr sz="1950">
                <a:solidFill>
                  <a:srgbClr val="30455A"/>
                </a:solidFill>
              </a:defRPr>
            </a:lvl9pPr>
          </a:lstStyle>
          <a:p xmlns:a="http://schemas.openxmlformats.org/drawingml/2006/main">
            <a:pPr>
              <a:defRPr sz="1950">
                <a:solidFill>
                  <a:srgbClr val="30455A"/>
                </a:solidFill>
              </a:defRPr>
            </a:pPr>
            <a:r>
              <a:rPr sz="1950">
                <a:solidFill>
                  <a:srgbClr val="30455A"/>
                </a:solidFill>
              </a:rPr>
              <a:t>Course: {{Course}}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8877F-D6DE-4F6D-AF73-FECC9835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30455A"/>
                </a:solidFill>
              </a:defRPr>
            </a:defPPr>
            <a:lvl1pPr>
              <a:defRPr sz="1950">
                <a:solidFill>
                  <a:srgbClr val="30455A"/>
                </a:solidFill>
              </a:defRPr>
            </a:lvl1pPr>
            <a:lvl2pPr>
              <a:defRPr sz="1950">
                <a:solidFill>
                  <a:srgbClr val="30455A"/>
                </a:solidFill>
              </a:defRPr>
            </a:lvl2pPr>
            <a:lvl3pPr>
              <a:defRPr sz="1950">
                <a:solidFill>
                  <a:srgbClr val="30455A"/>
                </a:solidFill>
              </a:defRPr>
            </a:lvl3pPr>
            <a:lvl4pPr>
              <a:defRPr sz="1950">
                <a:solidFill>
                  <a:srgbClr val="30455A"/>
                </a:solidFill>
              </a:defRPr>
            </a:lvl4pPr>
            <a:lvl5pPr>
              <a:defRPr sz="1950">
                <a:solidFill>
                  <a:srgbClr val="30455A"/>
                </a:solidFill>
              </a:defRPr>
            </a:lvl5pPr>
            <a:lvl6pPr>
              <a:defRPr sz="1950">
                <a:solidFill>
                  <a:srgbClr val="30455A"/>
                </a:solidFill>
              </a:defRPr>
            </a:lvl6pPr>
            <a:lvl7pPr>
              <a:defRPr sz="1950">
                <a:solidFill>
                  <a:srgbClr val="30455A"/>
                </a:solidFill>
              </a:defRPr>
            </a:lvl7pPr>
            <a:lvl8pPr>
              <a:defRPr sz="1950">
                <a:solidFill>
                  <a:srgbClr val="30455A"/>
                </a:solidFill>
              </a:defRPr>
            </a:lvl8pPr>
            <a:lvl9pPr>
              <a:defRPr sz="1950">
                <a:solidFill>
                  <a:srgbClr val="30455A"/>
                </a:solidFill>
              </a:defRPr>
            </a:lvl9pPr>
          </a:lstStyle>
          <a:p xmlns:a="http://schemas.openxmlformats.org/drawingml/2006/main">
            <a:pPr>
              <a:defRPr sz="1950">
                <a:solidFill>
                  <a:srgbClr val="30455A"/>
                </a:solidFill>
              </a:defRPr>
            </a:pPr>
            <a:r>
              <a:rPr sz="1950">
                <a:solidFill>
                  <a:srgbClr val="30455A"/>
                </a:solidFill>
              </a:rPr>
              <a:t>Date: {{Session Date}}</a:t>
            </a:r>
          </a:p>
        </p:txBody>
      </p:sp>
    </p:spTree>
    <p:extLst>
      <p:ext uri="{BB962C8B-B14F-4D97-AF65-F5344CB8AC3E}">
        <p14:creationId xmlns:p14="http://schemas.microsoft.com/office/powerpoint/2010/main" val="195921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2026-10-28T20:23:57.7240000Z</dcterms:created>
  <dcterms:modified xsi:type="dcterms:W3CDTF">2026-10-28T20:23:57.7240000Z</dcterms:modified>
</coreProperties>
</file>