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7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r:id="rId13-created" id="25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3-created" Type="http://schemas.openxmlformats.org/officeDocument/2006/relationships/slide" Target="slides/slide7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-created-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Relationship Id="rId4-created" Type="http://schemas.openxmlformats.org/officeDocument/2006/relationships/image" Target="../media/media2.png"/><Relationship Id="rId5-created" Type="http://schemas.openxmlformats.org/officeDocument/2006/relationships/chart" Target="../charts/chart1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976" y="6229350"/>
            <a:ext cx="1359597" cy="400050"/>
          </a:xfrm>
          <a:prstGeom prst="rect">
            <a:avLst/>
          </a:prstGeom>
        </p:spPr>
      </p:pic>
      <p:sp>
        <p:nvSpPr>
          <p:cNvPr id="2" name="2ndbrain-content-5f6017ed-1b61-48fd-a866-f203131f5688-0-0"/>
          <p:cNvSpPr/>
          <p:nvPr/>
        </p:nvSpPr>
        <p:spPr>
          <a:xfrm>
            <a:off x="1386840" y="9829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938"/>
                </a:solidFill>
              </a:rPr>
              <a:t>Sales and receipt</a:t>
            </a:r>
            <a:endParaRPr lang="en-US" sz="2400" dirty="0">
              <a:solidFill>
                <a:srgbClr val="1B2938"/>
              </a:solidFill>
            </a:endParaRPr>
          </a:p>
        </p:txBody>
      </p:sp>
      <p:pic>
        <p:nvPicPr>
          <p:cNvPr id="3" name="2ndbrain-content-5f6017ed-1b61-48fd-a866-f203131f5688-0-1" descr="/Users/kennethphang/Projects/2ndBrain.ceo/test-data/test-5/receipt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386840" y="1760220"/>
            <a:ext cx="1828800" cy="2377440"/>
          </a:xfrm>
          <a:prstGeom prst="rect">
            <a:avLst/>
          </a:prstGeom>
        </p:spPr>
      </p:pic>
      <p:graphicFrame>
        <p:nvGraphicFramePr>
          <p:cNvPr id="4" name="2ndbrain-content-5f6017ed-1b61-48fd-a866-f203131f5688-0-2" descr=""/>
          <p:cNvGraphicFramePr/>
          <p:nvPr/>
        </p:nvGraphicFramePr>
        <p:xfrm>
          <a:off x="4404360" y="1760220"/>
          <a:ext cx="6400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-created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612</Words>
  <Application>WPS 文字</Application>
  <PresentationFormat>Converted Presentation</PresentationFormat>
  <Paragraphs>67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宋体</vt:lpstr>
      <vt:lpstr>Wingdings</vt:lpstr>
      <vt:lpstr>Bitstream Charter</vt:lpstr>
      <vt:lpstr>Thonburi</vt:lpstr>
      <vt:lpstr>汉仪书宋二KW</vt:lpstr>
      <vt:lpstr>微软雅黑</vt:lpstr>
      <vt:lpstr>汉仪旗黑</vt:lpstr>
      <vt:lpstr>宋体</vt:lpstr>
      <vt:lpstr>Arial Unicode MS</vt:lpstr>
      <vt:lpstr>Calibri</vt:lpstr>
      <vt:lpstr>Helvetica Neue</vt:lpstr>
      <vt:lpstr>Bitstream Charter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WPS_1754659214</cp:lastModifiedBy>
  <cp:revision>1</cp:revision>
  <dcterms:created xsi:type="dcterms:W3CDTF">2026-09-22T06:32:42Z</dcterms:created>
  <dcterms:modified xsi:type="dcterms:W3CDTF">2026-09-22T06:32:42Z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DC2C9446F36CE4FE0A21B26AE4B1B518_42</vt:lpwstr>
  </property>
  <property fmtid="{D5CDD505-2E9C-101B-9397-08002B2CF9AE}" pid="3" name="KSOProductBuildVer">
    <vt:lpwstr>2052-12.1.24031.24031</vt:lpwstr>
  </property>
</Properties>
</file>